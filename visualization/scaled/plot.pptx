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78" r:id="rId2"/>
    <p:sldId id="279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7" r:id="rId11"/>
    <p:sldId id="262" r:id="rId12"/>
    <p:sldId id="263" r:id="rId13"/>
    <p:sldId id="264" r:id="rId14"/>
    <p:sldId id="265" r:id="rId15"/>
    <p:sldId id="266" r:id="rId16"/>
    <p:sldId id="267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296DC4-DA66-40B7-B8A2-3CE0A0B58B37}">
  <a:tblStyle styleId="{23296DC4-DA66-40B7-B8A2-3CE0A0B58B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38"/>
  </p:normalViewPr>
  <p:slideViewPr>
    <p:cSldViewPr snapToGrid="0">
      <p:cViewPr>
        <p:scale>
          <a:sx n="185" d="100"/>
          <a:sy n="185" d="100"/>
        </p:scale>
        <p:origin x="-3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7259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20341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5392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5593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12288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13064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4277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9.emf"/><Relationship Id="rId18" Type="http://schemas.openxmlformats.org/officeDocument/2006/relationships/image" Target="../media/image54.emf"/><Relationship Id="rId26" Type="http://schemas.openxmlformats.org/officeDocument/2006/relationships/image" Target="../media/image62.emf"/><Relationship Id="rId3" Type="http://schemas.openxmlformats.org/officeDocument/2006/relationships/image" Target="../media/image39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17" Type="http://schemas.openxmlformats.org/officeDocument/2006/relationships/image" Target="../media/image53.emf"/><Relationship Id="rId25" Type="http://schemas.openxmlformats.org/officeDocument/2006/relationships/image" Target="../media/image61.em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2.emf"/><Relationship Id="rId20" Type="http://schemas.openxmlformats.org/officeDocument/2006/relationships/image" Target="../media/image5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24" Type="http://schemas.openxmlformats.org/officeDocument/2006/relationships/image" Target="../media/image60.emf"/><Relationship Id="rId5" Type="http://schemas.openxmlformats.org/officeDocument/2006/relationships/image" Target="../media/image41.emf"/><Relationship Id="rId15" Type="http://schemas.openxmlformats.org/officeDocument/2006/relationships/image" Target="../media/image51.emf"/><Relationship Id="rId23" Type="http://schemas.openxmlformats.org/officeDocument/2006/relationships/image" Target="../media/image59.emf"/><Relationship Id="rId10" Type="http://schemas.openxmlformats.org/officeDocument/2006/relationships/image" Target="../media/image46.emf"/><Relationship Id="rId19" Type="http://schemas.openxmlformats.org/officeDocument/2006/relationships/image" Target="../media/image55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Relationship Id="rId14" Type="http://schemas.openxmlformats.org/officeDocument/2006/relationships/image" Target="../media/image50.emf"/><Relationship Id="rId22" Type="http://schemas.openxmlformats.org/officeDocument/2006/relationships/image" Target="../media/image58.emf"/><Relationship Id="rId27" Type="http://schemas.openxmlformats.org/officeDocument/2006/relationships/image" Target="../media/image6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2.emf"/><Relationship Id="rId7" Type="http://schemas.openxmlformats.org/officeDocument/2006/relationships/image" Target="../media/image76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3" Type="http://schemas.openxmlformats.org/officeDocument/2006/relationships/image" Target="../media/image100.emf"/><Relationship Id="rId7" Type="http://schemas.openxmlformats.org/officeDocument/2006/relationships/image" Target="../media/image104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emf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ED7FC9BB-3F3C-3B81-68D2-38A055649AF5}"/>
              </a:ext>
            </a:extLst>
          </p:cNvPr>
          <p:cNvGrpSpPr/>
          <p:nvPr/>
        </p:nvGrpSpPr>
        <p:grpSpPr>
          <a:xfrm>
            <a:off x="530491" y="633073"/>
            <a:ext cx="7910885" cy="3953510"/>
            <a:chOff x="444763" y="633073"/>
            <a:chExt cx="7910885" cy="3953510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8C5EFC1-EACC-B8C6-0E13-611B53335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5648" y="3146583"/>
              <a:ext cx="1440000" cy="1440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048AD4C-66CD-A420-B3F8-72BAC013A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5648" y="1884130"/>
              <a:ext cx="1440000" cy="14400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CA111C6-E027-B8C3-340A-2C624AAF0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5648" y="633073"/>
              <a:ext cx="1440000" cy="1440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B3775CA-283C-1495-CCEA-69C588659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7283" y="3146583"/>
              <a:ext cx="1440000" cy="144000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075B116-0861-11F0-1788-8FE71E6AE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7283" y="1889728"/>
              <a:ext cx="1440000" cy="14400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2976172-5FB1-6591-5975-C330D61AA5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-1" b="2225"/>
            <a:stretch/>
          </p:blipFill>
          <p:spPr>
            <a:xfrm>
              <a:off x="5617283" y="637472"/>
              <a:ext cx="1440000" cy="140796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7A3AC3A-35A3-E97F-0AA4-4EE0A5FA1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8918" y="3146583"/>
              <a:ext cx="1440000" cy="144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A1AB52D-971E-EC20-3AE3-AF69C092A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25898" y="1895326"/>
              <a:ext cx="1440000" cy="1440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F8423EA-5A7D-9511-450F-AA89AB688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25898" y="642071"/>
              <a:ext cx="1440000" cy="1440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8112B2F-FBA9-DFDD-C6E8-93759BEAF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27533" y="3146583"/>
              <a:ext cx="1440000" cy="1440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292EF4D-DBE2-90D5-4F9A-8D2AF1339C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-1" b="2225"/>
            <a:stretch/>
          </p:blipFill>
          <p:spPr>
            <a:xfrm>
              <a:off x="3027533" y="644068"/>
              <a:ext cx="1440000" cy="140796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236DFC0-603C-D11F-8383-EA21F22AD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36148" y="3146583"/>
              <a:ext cx="1440000" cy="1440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D42FF2F-7B3D-5933-961A-33F04AD4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36148" y="1895346"/>
              <a:ext cx="1440000" cy="144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4E158DE-B5C9-ED4C-A084-2715674AF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36148" y="644068"/>
              <a:ext cx="1440000" cy="144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FB3184-A489-E1EA-58C3-6D2E36AE6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44763" y="3146583"/>
              <a:ext cx="1440000" cy="1440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4F89D66-B76D-C545-7997-E2087DCE7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44763" y="1895346"/>
              <a:ext cx="1440000" cy="144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F10526C-4A4D-E3F3-DBD3-1BC68EC33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44763" y="644068"/>
              <a:ext cx="1440000" cy="14400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3938A23-E216-4AEE-3415-416E2832A5E9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8381" t="9451"/>
          <a:stretch/>
        </p:blipFill>
        <p:spPr>
          <a:xfrm>
            <a:off x="3247916" y="2028611"/>
            <a:ext cx="1319305" cy="1303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156DB6-17EE-4CE1-F52B-408D51E0E0B5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1499" t="4510" r="923" b="90104"/>
          <a:stretch/>
        </p:blipFill>
        <p:spPr>
          <a:xfrm>
            <a:off x="483533" y="522678"/>
            <a:ext cx="7920000" cy="24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4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ED1D4-90B4-42B6-0D3D-33F902A002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36" t="10361" r="7826" b="11351"/>
          <a:stretch/>
        </p:blipFill>
        <p:spPr>
          <a:xfrm>
            <a:off x="461394" y="453005"/>
            <a:ext cx="6702804" cy="342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F7ECA8C-A64B-E163-43EA-5C06E75E64F2}"/>
              </a:ext>
            </a:extLst>
          </p:cNvPr>
          <p:cNvGrpSpPr/>
          <p:nvPr/>
        </p:nvGrpSpPr>
        <p:grpSpPr>
          <a:xfrm>
            <a:off x="1312972" y="1123361"/>
            <a:ext cx="6518056" cy="2880000"/>
            <a:chOff x="1312972" y="1123361"/>
            <a:chExt cx="6518056" cy="2880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4407D32-B067-4FA1-DBB2-4612FF4E0970}"/>
                </a:ext>
              </a:extLst>
            </p:cNvPr>
            <p:cNvGrpSpPr/>
            <p:nvPr/>
          </p:nvGrpSpPr>
          <p:grpSpPr>
            <a:xfrm>
              <a:off x="1312972" y="1123361"/>
              <a:ext cx="6518056" cy="2880000"/>
              <a:chOff x="1023646" y="69734"/>
              <a:chExt cx="6518056" cy="2880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D11FA30-81A1-A323-3557-8018620D9D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21702" y="69734"/>
                <a:ext cx="5120000" cy="2880000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CEFE6193-D234-EDA4-9117-D3B5F0303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3646" y="272085"/>
                <a:ext cx="1422000" cy="1422000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661BA56-241D-024F-878A-88E5FAA05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2972" y="2581361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275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911CC04-2ADD-539C-33C8-230D43765437}"/>
              </a:ext>
            </a:extLst>
          </p:cNvPr>
          <p:cNvGrpSpPr/>
          <p:nvPr/>
        </p:nvGrpSpPr>
        <p:grpSpPr>
          <a:xfrm>
            <a:off x="1303925" y="1141361"/>
            <a:ext cx="6517491" cy="2880000"/>
            <a:chOff x="1303925" y="1141361"/>
            <a:chExt cx="6517491" cy="288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54598A-E279-EA22-A306-8FA0F313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1416" y="1141361"/>
              <a:ext cx="5120000" cy="28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A79A8C-6CEA-7BA7-7F64-3ADBCBC32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334374"/>
              <a:ext cx="1422000" cy="1422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7AD6CA-060B-CD70-ACDF-EE0A4C732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3925" y="2599361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985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AE5-B66A-7B5E-0BA6-89ABBAD9E32B}"/>
              </a:ext>
            </a:extLst>
          </p:cNvPr>
          <p:cNvGrpSpPr/>
          <p:nvPr/>
        </p:nvGrpSpPr>
        <p:grpSpPr>
          <a:xfrm>
            <a:off x="1303925" y="1141200"/>
            <a:ext cx="6516075" cy="2888550"/>
            <a:chOff x="1303925" y="1141200"/>
            <a:chExt cx="6516075" cy="28885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F4E8CE-5E66-FACE-474B-EC2E84431282}"/>
                </a:ext>
              </a:extLst>
            </p:cNvPr>
            <p:cNvGrpSpPr/>
            <p:nvPr/>
          </p:nvGrpSpPr>
          <p:grpSpPr>
            <a:xfrm>
              <a:off x="1303925" y="1341761"/>
              <a:ext cx="1422000" cy="2687989"/>
              <a:chOff x="1303925" y="1341761"/>
              <a:chExt cx="1422000" cy="268798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7C34D4E-617C-0815-4604-4BF08AFBE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3925" y="1341761"/>
                <a:ext cx="1422000" cy="14220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8D6C05-FBC8-E362-E407-21816E0D4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925" y="2607750"/>
                <a:ext cx="1422000" cy="1422000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989324-A8C4-053D-A7CD-D886FEEC7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0000" y="1141200"/>
              <a:ext cx="512000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908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72E63E3-E73D-0222-CF99-845177CAA07A}"/>
              </a:ext>
            </a:extLst>
          </p:cNvPr>
          <p:cNvGrpSpPr/>
          <p:nvPr/>
        </p:nvGrpSpPr>
        <p:grpSpPr>
          <a:xfrm>
            <a:off x="1303925" y="1131750"/>
            <a:ext cx="6542000" cy="2880000"/>
            <a:chOff x="1303925" y="1131750"/>
            <a:chExt cx="6542000" cy="288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244460-5A6F-3CD1-024C-CB6BE2BE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5925" y="1131750"/>
              <a:ext cx="5120000" cy="28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822AF0C-8A52-8E14-4077-EF513071E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308205"/>
              <a:ext cx="1422000" cy="142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A5B076-DDD5-B235-5010-5C5D4CFA5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3925" y="2580139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458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B4BDD-D36E-BE83-E0C8-9C00DCCE6444}"/>
              </a:ext>
            </a:extLst>
          </p:cNvPr>
          <p:cNvGrpSpPr/>
          <p:nvPr/>
        </p:nvGrpSpPr>
        <p:grpSpPr>
          <a:xfrm>
            <a:off x="1303925" y="1141361"/>
            <a:ext cx="6536150" cy="2880000"/>
            <a:chOff x="1303925" y="1141361"/>
            <a:chExt cx="6536150" cy="288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A7B73E-7C9E-370C-1F86-205C41C51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0075" y="1141361"/>
              <a:ext cx="5120000" cy="288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1478B5C-EF2A-B572-2B2A-FFBA82A2D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308205"/>
              <a:ext cx="1422000" cy="1422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F588983-2F2C-8EED-B152-73B5B032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3925" y="2571750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535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6934494-22C6-E8E7-289B-2D6424014AB7}"/>
              </a:ext>
            </a:extLst>
          </p:cNvPr>
          <p:cNvGrpSpPr/>
          <p:nvPr/>
        </p:nvGrpSpPr>
        <p:grpSpPr>
          <a:xfrm>
            <a:off x="1298075" y="1113750"/>
            <a:ext cx="6547850" cy="2880000"/>
            <a:chOff x="1298075" y="1113750"/>
            <a:chExt cx="6547850" cy="288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75F1D7-C900-8D93-0C20-515A77672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5925" y="1113750"/>
              <a:ext cx="5120000" cy="28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1041EB-4493-9E3A-5190-4BC627AF3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283038"/>
              <a:ext cx="1422000" cy="142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6D2E9D-4E40-D60B-A1DC-6904936B5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8075" y="2553750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07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CE321C3-3613-A3B8-E3B3-D18A79FBC99D}"/>
              </a:ext>
            </a:extLst>
          </p:cNvPr>
          <p:cNvGrpSpPr/>
          <p:nvPr/>
        </p:nvGrpSpPr>
        <p:grpSpPr>
          <a:xfrm>
            <a:off x="1627200" y="0"/>
            <a:ext cx="6059676" cy="5143500"/>
            <a:chOff x="1627200" y="0"/>
            <a:chExt cx="6059676" cy="51435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B2161FA-02D2-96FC-F865-886E620CF955}"/>
                </a:ext>
              </a:extLst>
            </p:cNvPr>
            <p:cNvGrpSpPr/>
            <p:nvPr/>
          </p:nvGrpSpPr>
          <p:grpSpPr>
            <a:xfrm>
              <a:off x="1627200" y="0"/>
              <a:ext cx="6059676" cy="5143500"/>
              <a:chOff x="1627200" y="0"/>
              <a:chExt cx="6059676" cy="514350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A52F2CE-EA0D-002D-C3A8-31904D62DE06}"/>
                  </a:ext>
                </a:extLst>
              </p:cNvPr>
              <p:cNvGrpSpPr/>
              <p:nvPr/>
            </p:nvGrpSpPr>
            <p:grpSpPr>
              <a:xfrm>
                <a:off x="4220675" y="0"/>
                <a:ext cx="3466201" cy="5109142"/>
                <a:chOff x="2740667" y="0"/>
                <a:chExt cx="3466201" cy="510914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7A596EA-D84D-2738-7D35-9796362589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8923" y="4101142"/>
                  <a:ext cx="1008000" cy="100800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BA440426-3347-EF10-0AB0-D06E8C083E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7048"/>
                <a:stretch/>
              </p:blipFill>
              <p:spPr>
                <a:xfrm>
                  <a:off x="3665878" y="4109307"/>
                  <a:ext cx="1008000" cy="936964"/>
                </a:xfrm>
                <a:prstGeom prst="rect">
                  <a:avLst/>
                </a:prstGeom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25941F78-C193-7D2C-58A4-751A03AF4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b="7627"/>
                <a:stretch/>
              </p:blipFill>
              <p:spPr>
                <a:xfrm>
                  <a:off x="2740667" y="4109723"/>
                  <a:ext cx="1008000" cy="931117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FE883764-A379-B866-48FA-9258BAE335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b="6421"/>
                <a:stretch/>
              </p:blipFill>
              <p:spPr>
                <a:xfrm>
                  <a:off x="4598923" y="3283277"/>
                  <a:ext cx="1008000" cy="943269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5AAA6A57-9761-1090-1B69-EB2A599C9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b="7048"/>
                <a:stretch/>
              </p:blipFill>
              <p:spPr>
                <a:xfrm>
                  <a:off x="3666243" y="3295152"/>
                  <a:ext cx="1008000" cy="936964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75555E2E-8BF8-9477-DAA6-D11C1078D7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b="6421"/>
                <a:stretch/>
              </p:blipFill>
              <p:spPr>
                <a:xfrm>
                  <a:off x="2740667" y="3291124"/>
                  <a:ext cx="1008000" cy="943269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2E9952D9-B609-E32E-1410-949EAFAD5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b="8679"/>
                <a:stretch/>
              </p:blipFill>
              <p:spPr>
                <a:xfrm>
                  <a:off x="4598923" y="2486256"/>
                  <a:ext cx="1008000" cy="920506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E629F8D7-0BE3-E0FD-7962-585C5C3DFD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/>
                <a:srcRect l="7167" b="8489"/>
                <a:stretch/>
              </p:blipFill>
              <p:spPr>
                <a:xfrm>
                  <a:off x="3739665" y="2496060"/>
                  <a:ext cx="935756" cy="922433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6B73E313-4E6F-7EFA-DC06-C8C5222E1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b="7627"/>
                <a:stretch/>
              </p:blipFill>
              <p:spPr>
                <a:xfrm>
                  <a:off x="2753095" y="2482836"/>
                  <a:ext cx="1008000" cy="931117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A02A8A8C-A03C-A791-FF52-0FAD3E599B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7167"/>
                <a:stretch/>
              </p:blipFill>
              <p:spPr>
                <a:xfrm>
                  <a:off x="4674509" y="800844"/>
                  <a:ext cx="935756" cy="1008000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F621F166-DD40-7796-7FB6-EDCFD437D7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b="9002"/>
                <a:stretch/>
              </p:blipFill>
              <p:spPr>
                <a:xfrm>
                  <a:off x="4598923" y="0"/>
                  <a:ext cx="1008000" cy="917263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13354ED-5B12-9F76-0886-822B20A784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/>
                <a:srcRect l="84436"/>
                <a:stretch/>
              </p:blipFill>
              <p:spPr>
                <a:xfrm>
                  <a:off x="5702603" y="4029142"/>
                  <a:ext cx="504265" cy="108000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B8FA4DA6-B111-2D31-32A8-908CA56AE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/>
                <a:srcRect l="84692"/>
                <a:stretch/>
              </p:blipFill>
              <p:spPr>
                <a:xfrm>
                  <a:off x="5702603" y="0"/>
                  <a:ext cx="495986" cy="108000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F571CFFD-F05C-0ACB-0ADB-3953DC949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/>
                <a:srcRect l="84692"/>
                <a:stretch/>
              </p:blipFill>
              <p:spPr>
                <a:xfrm>
                  <a:off x="5702603" y="1587409"/>
                  <a:ext cx="495986" cy="1080000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29E64E46-F215-B29E-DE85-196EC7719F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/>
                <a:srcRect l="89992"/>
                <a:stretch/>
              </p:blipFill>
              <p:spPr>
                <a:xfrm>
                  <a:off x="5712536" y="758098"/>
                  <a:ext cx="324256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D802755-E9FB-9081-04E1-927476DB5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l="86077"/>
                <a:stretch/>
              </p:blipFill>
              <p:spPr>
                <a:xfrm>
                  <a:off x="5702603" y="2388767"/>
                  <a:ext cx="451108" cy="1080000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8FD45AC3-2028-01A3-C68D-906FD7897F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/>
                <a:srcRect l="86077"/>
                <a:stretch/>
              </p:blipFill>
              <p:spPr>
                <a:xfrm>
                  <a:off x="5702603" y="3223765"/>
                  <a:ext cx="451108" cy="1080000"/>
                </a:xfrm>
                <a:prstGeom prst="rect">
                  <a:avLst/>
                </a:prstGeom>
              </p:spPr>
            </p:pic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87B9B23-374F-945E-C262-66356F339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27200" y="0"/>
                <a:ext cx="2571750" cy="5143500"/>
              </a:xfrm>
              <a:prstGeom prst="rect">
                <a:avLst/>
              </a:prstGeom>
            </p:spPr>
          </p:pic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437795F-3ABD-D244-F39C-11A59D86C17E}"/>
                  </a:ext>
                </a:extLst>
              </p:cNvPr>
              <p:cNvGrpSpPr/>
              <p:nvPr/>
            </p:nvGrpSpPr>
            <p:grpSpPr>
              <a:xfrm>
                <a:off x="4243160" y="793349"/>
                <a:ext cx="2843622" cy="1834094"/>
                <a:chOff x="4243160" y="793349"/>
                <a:chExt cx="2843622" cy="1834094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B2487500-8642-FA08-384E-387B0691B7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1"/>
                <a:srcRect b="6421"/>
                <a:stretch/>
              </p:blipFill>
              <p:spPr>
                <a:xfrm>
                  <a:off x="5171174" y="793349"/>
                  <a:ext cx="1008000" cy="943269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BB503455-8D06-DEB1-E5B0-EF633950E9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43160" y="800844"/>
                  <a:ext cx="1008000" cy="1008000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8A76B752-4495-98E5-E0E2-CCBF63BC3C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3"/>
                <a:srcRect l="7860" t="12888" b="3740"/>
                <a:stretch/>
              </p:blipFill>
              <p:spPr>
                <a:xfrm>
                  <a:off x="5250400" y="1787067"/>
                  <a:ext cx="928774" cy="840376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FFEFCB68-6C3D-DB0A-7F45-9D289359F7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4"/>
                <a:srcRect l="7860" t="11593" b="5900"/>
                <a:stretch/>
              </p:blipFill>
              <p:spPr>
                <a:xfrm>
                  <a:off x="6158008" y="1776281"/>
                  <a:ext cx="928774" cy="831656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869E08FE-E6AA-A0A2-6014-B48EEF3BD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5"/>
                <a:srcRect t="11659" b="5669"/>
                <a:stretch/>
              </p:blipFill>
              <p:spPr>
                <a:xfrm>
                  <a:off x="4249355" y="1770571"/>
                  <a:ext cx="1008000" cy="833337"/>
                </a:xfrm>
                <a:prstGeom prst="rect">
                  <a:avLst/>
                </a:prstGeom>
              </p:spPr>
            </p:pic>
          </p:grp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7E22472-7305-5E39-AE05-1B9541666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b="9002"/>
            <a:stretch/>
          </p:blipFill>
          <p:spPr>
            <a:xfrm>
              <a:off x="5146251" y="0"/>
              <a:ext cx="1008000" cy="91726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D40FA50-BBE0-AC5F-EC60-7F6900E25C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b="9002"/>
            <a:stretch/>
          </p:blipFill>
          <p:spPr>
            <a:xfrm>
              <a:off x="4226908" y="0"/>
              <a:ext cx="1008000" cy="9172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69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3354ED-5B12-9F76-0886-822B20A78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5" y="1680580"/>
            <a:ext cx="324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FA4DA6-B111-2D31-32A8-908CA56AE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177" y="0"/>
            <a:ext cx="3240000" cy="10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71CFFD-F05C-0ACB-0ADB-3953DC949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177" y="970203"/>
            <a:ext cx="3240000" cy="1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E64E46-F215-B29E-DE85-196EC7719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7177" y="1950754"/>
            <a:ext cx="3240000" cy="10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802755-E9FB-9081-04E1-927476DB55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7177" y="2914526"/>
            <a:ext cx="3240000" cy="10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D45AC3-2028-01A3-C68D-906FD7897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7177" y="3878299"/>
            <a:ext cx="324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2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F7522F-AD84-0E18-3075-97D49785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71" y="308315"/>
            <a:ext cx="4746000" cy="406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D1A4A3-3CE0-D97E-6A13-9B486E17FA90}"/>
              </a:ext>
            </a:extLst>
          </p:cNvPr>
          <p:cNvGrpSpPr/>
          <p:nvPr/>
        </p:nvGrpSpPr>
        <p:grpSpPr>
          <a:xfrm>
            <a:off x="1111176" y="1232437"/>
            <a:ext cx="3090185" cy="1635706"/>
            <a:chOff x="1369041" y="1438393"/>
            <a:chExt cx="3036444" cy="160725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DB20A0-49F4-6529-96DE-83D32FC266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583" r="64875" b="16170"/>
            <a:stretch/>
          </p:blipFill>
          <p:spPr>
            <a:xfrm>
              <a:off x="3008216" y="1982827"/>
              <a:ext cx="1397269" cy="106282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A2BBF69-B3B8-BB86-015B-9D2955A071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7421" t="28822" b="34126"/>
            <a:stretch/>
          </p:blipFill>
          <p:spPr>
            <a:xfrm>
              <a:off x="1369041" y="1438393"/>
              <a:ext cx="1230692" cy="1087522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8945B4E-2185-06F7-880E-F13F2ED481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053" t="12592" r="55396" b="16541"/>
          <a:stretch/>
        </p:blipFill>
        <p:spPr>
          <a:xfrm>
            <a:off x="2797031" y="547071"/>
            <a:ext cx="1411200" cy="1128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618C3A-B377-7510-A509-CBFABE03574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145" t="5163" r="2536" b="9329"/>
          <a:stretch/>
        </p:blipFill>
        <p:spPr>
          <a:xfrm>
            <a:off x="2904245" y="2980526"/>
            <a:ext cx="1294047" cy="126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8EE5CE-E600-CED8-98FF-0AFB3F92B24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504" t="5163" r="2066" b="9866"/>
          <a:stretch/>
        </p:blipFill>
        <p:spPr>
          <a:xfrm>
            <a:off x="1581547" y="2990110"/>
            <a:ext cx="1318778" cy="126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43ABE6-5B4D-23EA-1913-2AAEBAE3B0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066" t="5286" r="2342" b="9865"/>
          <a:stretch/>
        </p:blipFill>
        <p:spPr>
          <a:xfrm>
            <a:off x="157522" y="3000716"/>
            <a:ext cx="1427657" cy="1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6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514B79-BE3B-EF10-2141-766707D98EF4}"/>
              </a:ext>
            </a:extLst>
          </p:cNvPr>
          <p:cNvGrpSpPr/>
          <p:nvPr/>
        </p:nvGrpSpPr>
        <p:grpSpPr>
          <a:xfrm>
            <a:off x="173648" y="1681882"/>
            <a:ext cx="4103919" cy="2846689"/>
            <a:chOff x="188638" y="1681882"/>
            <a:chExt cx="4103919" cy="28466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910C54E-7E83-E660-BB65-C847CF96A8EA}"/>
                </a:ext>
              </a:extLst>
            </p:cNvPr>
            <p:cNvGrpSpPr/>
            <p:nvPr/>
          </p:nvGrpSpPr>
          <p:grpSpPr>
            <a:xfrm>
              <a:off x="1263203" y="1681882"/>
              <a:ext cx="2990061" cy="1434373"/>
              <a:chOff x="1323163" y="1681882"/>
              <a:chExt cx="2990061" cy="1434373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CBAF84A7-B833-787D-98C3-568DECEB3B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2756" r="88507" b="20492"/>
              <a:stretch/>
            </p:blipFill>
            <p:spPr>
              <a:xfrm>
                <a:off x="1323163" y="1681882"/>
                <a:ext cx="893300" cy="693077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07C4F43-113A-C9AB-3AA1-B0BF26305A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150" t="11989" r="57510" b="16555"/>
              <a:stretch/>
            </p:blipFill>
            <p:spPr>
              <a:xfrm>
                <a:off x="2937557" y="2036255"/>
                <a:ext cx="1375667" cy="1080000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02DD265-91CE-79AB-F11B-610A3FE5E2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255" t="5430" r="2459" b="10417"/>
            <a:stretch/>
          </p:blipFill>
          <p:spPr>
            <a:xfrm>
              <a:off x="2949757" y="3225727"/>
              <a:ext cx="1342800" cy="127994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3BA9F95-C39D-6F9B-7023-DF0DC7820D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689" t="5158" r="2459" b="10143"/>
            <a:stretch/>
          </p:blipFill>
          <p:spPr>
            <a:xfrm>
              <a:off x="1658119" y="3243095"/>
              <a:ext cx="1310476" cy="127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EE216F-4D8E-CB37-5346-DF29F82399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459" t="5157" r="2459" b="10417"/>
            <a:stretch/>
          </p:blipFill>
          <p:spPr>
            <a:xfrm>
              <a:off x="188638" y="3232571"/>
              <a:ext cx="1459572" cy="1296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7DE6FD6-EBAB-213E-1916-9CE0A8820FC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76" t="2623" r="1441" b="1348"/>
          <a:stretch/>
        </p:blipFill>
        <p:spPr>
          <a:xfrm>
            <a:off x="4282585" y="622837"/>
            <a:ext cx="4816446" cy="407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628638-DE33-672B-CDC5-C20FE7A57BC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181" t="12592" r="57322" b="15986"/>
          <a:stretch/>
        </p:blipFill>
        <p:spPr>
          <a:xfrm>
            <a:off x="2827074" y="817911"/>
            <a:ext cx="1411200" cy="11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1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23CAF-64E0-174D-10D0-1D6EB111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477" y="556709"/>
            <a:ext cx="4746000" cy="4068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3974A1A-F1D5-C724-CBED-8499827D5926}"/>
              </a:ext>
            </a:extLst>
          </p:cNvPr>
          <p:cNvGrpSpPr/>
          <p:nvPr/>
        </p:nvGrpSpPr>
        <p:grpSpPr>
          <a:xfrm>
            <a:off x="199484" y="1531468"/>
            <a:ext cx="4983332" cy="3560745"/>
            <a:chOff x="199484" y="1531468"/>
            <a:chExt cx="4983332" cy="356074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252A583-9776-A5DC-CFE3-899009CB0521}"/>
                </a:ext>
              </a:extLst>
            </p:cNvPr>
            <p:cNvGrpSpPr/>
            <p:nvPr/>
          </p:nvGrpSpPr>
          <p:grpSpPr>
            <a:xfrm>
              <a:off x="1021739" y="1531468"/>
              <a:ext cx="4161077" cy="3560745"/>
              <a:chOff x="1066709" y="1531468"/>
              <a:chExt cx="4161077" cy="356074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A7263A-FBBC-395A-3CE7-28C2E23A21EB}"/>
                  </a:ext>
                </a:extLst>
              </p:cNvPr>
              <p:cNvSpPr txBox="1"/>
              <p:nvPr/>
            </p:nvSpPr>
            <p:spPr>
              <a:xfrm>
                <a:off x="5043055" y="4784436"/>
                <a:ext cx="1847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H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37F926E-B726-B71E-2094-99CE470D65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7086" r="86939" b="58088"/>
              <a:stretch/>
            </p:blipFill>
            <p:spPr>
              <a:xfrm>
                <a:off x="1066709" y="1531468"/>
                <a:ext cx="1015139" cy="643233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AF5A819-17F9-D79B-C131-9E1E032315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4658" t="12789" r="55584" b="16443"/>
              <a:stretch/>
            </p:blipFill>
            <p:spPr>
              <a:xfrm>
                <a:off x="2926670" y="1992975"/>
                <a:ext cx="1414800" cy="1121531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C763F3E-4C88-7EA4-1A70-059CEAE461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109" t="5157" r="2186" b="9324"/>
            <a:stretch/>
          </p:blipFill>
          <p:spPr>
            <a:xfrm>
              <a:off x="1669310" y="3214579"/>
              <a:ext cx="1324800" cy="129178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5F4BE4A-FB5D-2D9D-8932-E34493EE4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0478" t="5157" r="2459" b="9051"/>
            <a:stretch/>
          </p:blipFill>
          <p:spPr>
            <a:xfrm>
              <a:off x="2992611" y="3209130"/>
              <a:ext cx="1306800" cy="128772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EA6C259-7B59-1689-31CD-50FD2C84C6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460" t="5430" r="2185" b="9324"/>
            <a:stretch/>
          </p:blipFill>
          <p:spPr>
            <a:xfrm>
              <a:off x="199484" y="3210965"/>
              <a:ext cx="1461772" cy="13068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210FDEB-86C0-05AF-4D73-70B4C071C9D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775" t="12788" r="55456" b="16541"/>
          <a:stretch/>
        </p:blipFill>
        <p:spPr>
          <a:xfrm>
            <a:off x="2883772" y="800466"/>
            <a:ext cx="1411200" cy="111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87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2EADB63-DB8A-A50B-C1A1-07F8D226F60A}"/>
              </a:ext>
            </a:extLst>
          </p:cNvPr>
          <p:cNvGrpSpPr/>
          <p:nvPr/>
        </p:nvGrpSpPr>
        <p:grpSpPr>
          <a:xfrm>
            <a:off x="120906" y="1765469"/>
            <a:ext cx="4882440" cy="3328190"/>
            <a:chOff x="120906" y="1765469"/>
            <a:chExt cx="4882440" cy="332819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87006D1-F5B8-B879-4B1B-F1393BF9B90A}"/>
                </a:ext>
              </a:extLst>
            </p:cNvPr>
            <p:cNvGrpSpPr/>
            <p:nvPr/>
          </p:nvGrpSpPr>
          <p:grpSpPr>
            <a:xfrm>
              <a:off x="1181827" y="1765469"/>
              <a:ext cx="3821519" cy="3328190"/>
              <a:chOff x="1226797" y="1765469"/>
              <a:chExt cx="3821519" cy="332819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611CF56-B0AF-BD1B-6523-162F34D7F2BF}"/>
                  </a:ext>
                </a:extLst>
              </p:cNvPr>
              <p:cNvGrpSpPr/>
              <p:nvPr/>
            </p:nvGrpSpPr>
            <p:grpSpPr>
              <a:xfrm>
                <a:off x="1226797" y="1765469"/>
                <a:ext cx="3821519" cy="3328190"/>
                <a:chOff x="1406267" y="1765190"/>
                <a:chExt cx="3821519" cy="3327023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54955A1-956D-D5C6-C8CE-E70C10E9BA09}"/>
                    </a:ext>
                  </a:extLst>
                </p:cNvPr>
                <p:cNvSpPr txBox="1"/>
                <p:nvPr/>
              </p:nvSpPr>
              <p:spPr>
                <a:xfrm>
                  <a:off x="5043055" y="4784436"/>
                  <a:ext cx="1847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CH" dirty="0"/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063336C4-2654-3817-EF8B-F9EC59D9F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52941" r="87524" b="21437"/>
                <a:stretch/>
              </p:blipFill>
              <p:spPr>
                <a:xfrm>
                  <a:off x="1406267" y="1765190"/>
                  <a:ext cx="972794" cy="665961"/>
                </a:xfrm>
                <a:prstGeom prst="rect">
                  <a:avLst/>
                </a:prstGeom>
              </p:spPr>
            </p:pic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4015507-EED4-818E-DB95-DE380D372A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176" t="12981" r="56123" b="16430"/>
              <a:stretch/>
            </p:blipFill>
            <p:spPr>
              <a:xfrm>
                <a:off x="2949049" y="2072181"/>
                <a:ext cx="1411200" cy="1117963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10EC3DF-7AB8-2A7B-8674-A56E33B23E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786" t="5157" r="2186" b="10690"/>
            <a:stretch/>
          </p:blipFill>
          <p:spPr>
            <a:xfrm>
              <a:off x="2942112" y="3302741"/>
              <a:ext cx="1368000" cy="129309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8FC3FF7-5E78-98E4-EA51-65CC025BA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289" t="5430" r="2459" b="10143"/>
            <a:stretch/>
          </p:blipFill>
          <p:spPr>
            <a:xfrm>
              <a:off x="1580656" y="3307181"/>
              <a:ext cx="1378800" cy="131902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945C8B5-4398-D1CC-5891-E10FBB52F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460" t="5430" r="2185" b="10417"/>
            <a:stretch/>
          </p:blipFill>
          <p:spPr>
            <a:xfrm>
              <a:off x="120906" y="3299250"/>
              <a:ext cx="1488915" cy="1314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26AA3D8-0FF1-E8DE-9D16-AC6ED9DF43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84" t="2623" r="1912" b="969"/>
          <a:stretch/>
        </p:blipFill>
        <p:spPr>
          <a:xfrm>
            <a:off x="4311636" y="741174"/>
            <a:ext cx="4788634" cy="407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9D0174-6A38-FF3E-2F08-405B5B65178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3664" t="12592" r="56044" b="16263"/>
          <a:stretch/>
        </p:blipFill>
        <p:spPr>
          <a:xfrm>
            <a:off x="2893279" y="870315"/>
            <a:ext cx="1411200" cy="110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3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2B1029F-AC83-FA97-5B4A-F060CF8F0897}"/>
              </a:ext>
            </a:extLst>
          </p:cNvPr>
          <p:cNvGrpSpPr/>
          <p:nvPr/>
        </p:nvGrpSpPr>
        <p:grpSpPr>
          <a:xfrm>
            <a:off x="183750" y="1695608"/>
            <a:ext cx="4857071" cy="3396605"/>
            <a:chOff x="183750" y="1695608"/>
            <a:chExt cx="4857071" cy="339660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3DF2F15-18F1-BC68-443E-A93D483F6668}"/>
                </a:ext>
              </a:extLst>
            </p:cNvPr>
            <p:cNvGrpSpPr/>
            <p:nvPr/>
          </p:nvGrpSpPr>
          <p:grpSpPr>
            <a:xfrm>
              <a:off x="1193114" y="1695608"/>
              <a:ext cx="3847707" cy="3396605"/>
              <a:chOff x="1253074" y="1695608"/>
              <a:chExt cx="3847707" cy="339660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A7263A-FBBC-395A-3CE7-28C2E23A21EB}"/>
                  </a:ext>
                </a:extLst>
              </p:cNvPr>
              <p:cNvSpPr txBox="1"/>
              <p:nvPr/>
            </p:nvSpPr>
            <p:spPr>
              <a:xfrm>
                <a:off x="4916050" y="4784436"/>
                <a:ext cx="1847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H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F7A6F57-8EFF-1F8D-CD9A-789741F930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0529" r="86240" b="20729"/>
              <a:stretch/>
            </p:blipFill>
            <p:spPr>
              <a:xfrm>
                <a:off x="1253074" y="1695608"/>
                <a:ext cx="1069450" cy="74466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439E261-694E-7E67-14A6-7DAEA7ECCA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465" t="12981" r="55930" b="16430"/>
              <a:stretch/>
            </p:blipFill>
            <p:spPr>
              <a:xfrm>
                <a:off x="2933470" y="2067942"/>
                <a:ext cx="1436400" cy="1141634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B0B9156-2CEA-8206-419D-57DBE4AA8B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563" t="5157" r="2459" b="10417"/>
            <a:stretch/>
          </p:blipFill>
          <p:spPr>
            <a:xfrm>
              <a:off x="2970420" y="3286258"/>
              <a:ext cx="1335600" cy="128167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B8EF683-3EE5-DA27-5E93-DF705CB193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9563" t="5158" r="2186" b="10143"/>
            <a:stretch/>
          </p:blipFill>
          <p:spPr>
            <a:xfrm>
              <a:off x="1649255" y="3292183"/>
              <a:ext cx="1342800" cy="128875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3515AE7-51F4-8F2E-7B23-D49EAC08E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460" t="5430" r="2185" b="9870"/>
            <a:stretch/>
          </p:blipFill>
          <p:spPr>
            <a:xfrm>
              <a:off x="183750" y="3288461"/>
              <a:ext cx="1479309" cy="1314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0F1E9C8-954F-7230-0F61-24B47EE2D7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94" t="2831" r="2140" b="996"/>
          <a:stretch/>
        </p:blipFill>
        <p:spPr>
          <a:xfrm>
            <a:off x="4304965" y="760226"/>
            <a:ext cx="4773967" cy="407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912B8-8A16-0AA0-1784-054B800469C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18" t="12642" r="65100" b="16491"/>
          <a:stretch/>
        </p:blipFill>
        <p:spPr>
          <a:xfrm>
            <a:off x="2885169" y="988515"/>
            <a:ext cx="1414800" cy="9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3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85FE7-324D-8509-B2E8-0D74ABB5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075" y="801974"/>
            <a:ext cx="4746000" cy="406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432BA1D-447F-2BC8-F078-D0DB3AB5A2CA}"/>
              </a:ext>
            </a:extLst>
          </p:cNvPr>
          <p:cNvGrpSpPr/>
          <p:nvPr/>
        </p:nvGrpSpPr>
        <p:grpSpPr>
          <a:xfrm>
            <a:off x="169925" y="1826111"/>
            <a:ext cx="4107038" cy="2858104"/>
            <a:chOff x="169925" y="1826111"/>
            <a:chExt cx="4107038" cy="285810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5C12C6-1092-6057-5465-72C789A4AD3A}"/>
                </a:ext>
              </a:extLst>
            </p:cNvPr>
            <p:cNvGrpSpPr/>
            <p:nvPr/>
          </p:nvGrpSpPr>
          <p:grpSpPr>
            <a:xfrm>
              <a:off x="1084926" y="1826111"/>
              <a:ext cx="3187034" cy="1458451"/>
              <a:chOff x="1144886" y="1841101"/>
              <a:chExt cx="3187034" cy="14584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5B81636-2954-EABD-4066-0CF76A4B49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2941" r="86019" b="20961"/>
              <a:stretch/>
            </p:blipFill>
            <p:spPr>
              <a:xfrm>
                <a:off x="1144886" y="1841101"/>
                <a:ext cx="1086678" cy="676123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75B450E-4488-9A93-4503-28FF0B0AA2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5380" t="12981" r="55352" b="16430"/>
              <a:stretch/>
            </p:blipFill>
            <p:spPr>
              <a:xfrm>
                <a:off x="2899120" y="2147694"/>
                <a:ext cx="1432800" cy="1151858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12AA209-0119-C266-8AF8-8DE95894C6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460" t="5430" r="2185" b="9597"/>
            <a:stretch/>
          </p:blipFill>
          <p:spPr>
            <a:xfrm>
              <a:off x="169925" y="3384615"/>
              <a:ext cx="1458393" cy="12996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4F9FBDC-ED5B-635F-5884-086BF2C2FA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9999" t="5157" r="2186" b="9051"/>
            <a:stretch/>
          </p:blipFill>
          <p:spPr>
            <a:xfrm>
              <a:off x="2948563" y="3369604"/>
              <a:ext cx="1328400" cy="129781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96E5176-3E96-7A02-016D-962422E0490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219" t="12037" r="55952" b="16263"/>
          <a:stretch/>
        </p:blipFill>
        <p:spPr>
          <a:xfrm>
            <a:off x="2867960" y="950278"/>
            <a:ext cx="1411200" cy="1130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15C32A-197E-9CC4-3F28-9C2753EBCC0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9048" t="5561" r="2342" b="10141"/>
          <a:stretch/>
        </p:blipFill>
        <p:spPr>
          <a:xfrm>
            <a:off x="1612980" y="3399015"/>
            <a:ext cx="1335807" cy="12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0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56DB6-17EE-4CE1-F52B-408D51E0E0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9" t="4511" r="923" b="1986"/>
          <a:stretch/>
        </p:blipFill>
        <p:spPr>
          <a:xfrm>
            <a:off x="779929" y="527797"/>
            <a:ext cx="7584142" cy="40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7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9B4261-A842-B6F6-5928-828F4F7958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" t="7292" r="1565" b="12886"/>
          <a:stretch/>
        </p:blipFill>
        <p:spPr>
          <a:xfrm>
            <a:off x="58723" y="360726"/>
            <a:ext cx="9000000" cy="41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80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2710E-A32C-013C-4A35-B84F21BC8C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7" t="11897" r="809" b="8473"/>
          <a:stretch/>
        </p:blipFill>
        <p:spPr>
          <a:xfrm>
            <a:off x="58723" y="520117"/>
            <a:ext cx="9000000" cy="413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71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22634D-EE37-48A7-8FC9-94A0D1DE0C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1" t="11705" r="702" b="9240"/>
          <a:stretch/>
        </p:blipFill>
        <p:spPr>
          <a:xfrm>
            <a:off x="92279" y="511727"/>
            <a:ext cx="9000000" cy="41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9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FCD75F-24AA-C1A2-A447-B60641A5CB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8" t="14200" r="701" b="6362"/>
          <a:stretch/>
        </p:blipFill>
        <p:spPr>
          <a:xfrm>
            <a:off x="83890" y="536894"/>
            <a:ext cx="9000000" cy="409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24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FC7E5A-6E60-9B93-6320-7AE893582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5" t="14200" r="701" b="5978"/>
          <a:stretch/>
        </p:blipFill>
        <p:spPr>
          <a:xfrm>
            <a:off x="67112" y="562061"/>
            <a:ext cx="9000000" cy="414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58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410A0F-BDBA-1891-0656-2C808FCA5D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7" t="15734" r="809" b="5019"/>
          <a:stretch/>
        </p:blipFill>
        <p:spPr>
          <a:xfrm>
            <a:off x="100667" y="587229"/>
            <a:ext cx="9000000" cy="41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407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29828</TotalTime>
  <Words>0</Words>
  <Application>Microsoft Macintosh PowerPoint</Application>
  <PresentationFormat>On-screen Show (16:9)</PresentationFormat>
  <Paragraphs>0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Cui Ding</cp:lastModifiedBy>
  <cp:revision>604</cp:revision>
  <dcterms:modified xsi:type="dcterms:W3CDTF">2025-12-30T11:42:06Z</dcterms:modified>
</cp:coreProperties>
</file>