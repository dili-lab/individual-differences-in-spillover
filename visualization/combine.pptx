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78" r:id="rId2"/>
    <p:sldId id="279" r:id="rId3"/>
    <p:sldId id="281" r:id="rId4"/>
    <p:sldId id="282" r:id="rId5"/>
    <p:sldId id="283" r:id="rId6"/>
    <p:sldId id="284" r:id="rId7"/>
    <p:sldId id="285" r:id="rId8"/>
    <p:sldId id="286" r:id="rId9"/>
    <p:sldId id="288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3296DC4-DA66-40B7-B8A2-3CE0A0B58B37}">
  <a:tblStyle styleId="{23296DC4-DA66-40B7-B8A2-3CE0A0B58B3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00"/>
    <p:restoredTop sz="94638"/>
  </p:normalViewPr>
  <p:slideViewPr>
    <p:cSldViewPr snapToGrid="0">
      <p:cViewPr>
        <p:scale>
          <a:sx n="148" d="100"/>
          <a:sy n="148" d="100"/>
        </p:scale>
        <p:origin x="784" y="2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072599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3203412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2153928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355935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6122885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613064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12.emf"/><Relationship Id="rId18" Type="http://schemas.openxmlformats.org/officeDocument/2006/relationships/image" Target="../media/image17.emf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12" Type="http://schemas.openxmlformats.org/officeDocument/2006/relationships/image" Target="../media/image11.emf"/><Relationship Id="rId17" Type="http://schemas.openxmlformats.org/officeDocument/2006/relationships/image" Target="../media/image16.emf"/><Relationship Id="rId2" Type="http://schemas.openxmlformats.org/officeDocument/2006/relationships/image" Target="../media/image1.emf"/><Relationship Id="rId16" Type="http://schemas.openxmlformats.org/officeDocument/2006/relationships/image" Target="../media/image15.emf"/><Relationship Id="rId20" Type="http://schemas.openxmlformats.org/officeDocument/2006/relationships/image" Target="../media/image19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11" Type="http://schemas.openxmlformats.org/officeDocument/2006/relationships/image" Target="../media/image10.emf"/><Relationship Id="rId5" Type="http://schemas.openxmlformats.org/officeDocument/2006/relationships/image" Target="../media/image4.emf"/><Relationship Id="rId15" Type="http://schemas.openxmlformats.org/officeDocument/2006/relationships/image" Target="../media/image14.emf"/><Relationship Id="rId10" Type="http://schemas.openxmlformats.org/officeDocument/2006/relationships/image" Target="../media/image9.emf"/><Relationship Id="rId19" Type="http://schemas.openxmlformats.org/officeDocument/2006/relationships/image" Target="../media/image18.emf"/><Relationship Id="rId4" Type="http://schemas.openxmlformats.org/officeDocument/2006/relationships/image" Target="../media/image3.emf"/><Relationship Id="rId9" Type="http://schemas.openxmlformats.org/officeDocument/2006/relationships/image" Target="../media/image8.emf"/><Relationship Id="rId14" Type="http://schemas.openxmlformats.org/officeDocument/2006/relationships/image" Target="../media/image13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emf"/><Relationship Id="rId4" Type="http://schemas.openxmlformats.org/officeDocument/2006/relationships/image" Target="../media/image2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emf"/><Relationship Id="rId4" Type="http://schemas.openxmlformats.org/officeDocument/2006/relationships/image" Target="../media/image28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emf"/><Relationship Id="rId4" Type="http://schemas.openxmlformats.org/officeDocument/2006/relationships/image" Target="../media/image3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emf"/><Relationship Id="rId4" Type="http://schemas.openxmlformats.org/officeDocument/2006/relationships/image" Target="../media/image3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emf"/><Relationship Id="rId4" Type="http://schemas.openxmlformats.org/officeDocument/2006/relationships/image" Target="../media/image37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13" Type="http://schemas.openxmlformats.org/officeDocument/2006/relationships/image" Target="../media/image49.emf"/><Relationship Id="rId18" Type="http://schemas.openxmlformats.org/officeDocument/2006/relationships/image" Target="../media/image54.emf"/><Relationship Id="rId26" Type="http://schemas.openxmlformats.org/officeDocument/2006/relationships/image" Target="../media/image62.emf"/><Relationship Id="rId3" Type="http://schemas.openxmlformats.org/officeDocument/2006/relationships/image" Target="../media/image39.emf"/><Relationship Id="rId21" Type="http://schemas.openxmlformats.org/officeDocument/2006/relationships/image" Target="../media/image57.emf"/><Relationship Id="rId7" Type="http://schemas.openxmlformats.org/officeDocument/2006/relationships/image" Target="../media/image43.emf"/><Relationship Id="rId12" Type="http://schemas.openxmlformats.org/officeDocument/2006/relationships/image" Target="../media/image48.emf"/><Relationship Id="rId17" Type="http://schemas.openxmlformats.org/officeDocument/2006/relationships/image" Target="../media/image53.emf"/><Relationship Id="rId25" Type="http://schemas.openxmlformats.org/officeDocument/2006/relationships/image" Target="../media/image61.emf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52.emf"/><Relationship Id="rId20" Type="http://schemas.openxmlformats.org/officeDocument/2006/relationships/image" Target="../media/image56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emf"/><Relationship Id="rId11" Type="http://schemas.openxmlformats.org/officeDocument/2006/relationships/image" Target="../media/image47.emf"/><Relationship Id="rId24" Type="http://schemas.openxmlformats.org/officeDocument/2006/relationships/image" Target="../media/image60.emf"/><Relationship Id="rId5" Type="http://schemas.openxmlformats.org/officeDocument/2006/relationships/image" Target="../media/image41.emf"/><Relationship Id="rId15" Type="http://schemas.openxmlformats.org/officeDocument/2006/relationships/image" Target="../media/image51.emf"/><Relationship Id="rId23" Type="http://schemas.openxmlformats.org/officeDocument/2006/relationships/image" Target="../media/image59.emf"/><Relationship Id="rId10" Type="http://schemas.openxmlformats.org/officeDocument/2006/relationships/image" Target="../media/image46.emf"/><Relationship Id="rId19" Type="http://schemas.openxmlformats.org/officeDocument/2006/relationships/image" Target="../media/image55.emf"/><Relationship Id="rId4" Type="http://schemas.openxmlformats.org/officeDocument/2006/relationships/image" Target="../media/image40.emf"/><Relationship Id="rId9" Type="http://schemas.openxmlformats.org/officeDocument/2006/relationships/image" Target="../media/image45.emf"/><Relationship Id="rId14" Type="http://schemas.openxmlformats.org/officeDocument/2006/relationships/image" Target="../media/image50.emf"/><Relationship Id="rId22" Type="http://schemas.openxmlformats.org/officeDocument/2006/relationships/image" Target="../media/image58.emf"/><Relationship Id="rId27" Type="http://schemas.openxmlformats.org/officeDocument/2006/relationships/image" Target="../media/image2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85768E45-93CE-62A6-170C-5FACF8A4ABCC}"/>
              </a:ext>
            </a:extLst>
          </p:cNvPr>
          <p:cNvGrpSpPr/>
          <p:nvPr/>
        </p:nvGrpSpPr>
        <p:grpSpPr>
          <a:xfrm>
            <a:off x="483533" y="522678"/>
            <a:ext cx="7957843" cy="4063905"/>
            <a:chOff x="483533" y="522678"/>
            <a:chExt cx="7957843" cy="4063905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8AAE7806-2608-A3F3-2883-7137D4C8288D}"/>
                </a:ext>
              </a:extLst>
            </p:cNvPr>
            <p:cNvGrpSpPr/>
            <p:nvPr/>
          </p:nvGrpSpPr>
          <p:grpSpPr>
            <a:xfrm>
              <a:off x="3144131" y="633073"/>
              <a:ext cx="5297245" cy="3953510"/>
              <a:chOff x="3144131" y="633073"/>
              <a:chExt cx="5297245" cy="3953510"/>
            </a:xfrm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ED7FC9BB-3F3C-3B81-68D2-38A055649AF5}"/>
                  </a:ext>
                </a:extLst>
              </p:cNvPr>
              <p:cNvGrpSpPr/>
              <p:nvPr/>
            </p:nvGrpSpPr>
            <p:grpSpPr>
              <a:xfrm>
                <a:off x="3144131" y="633073"/>
                <a:ext cx="5297245" cy="3953510"/>
                <a:chOff x="3058403" y="633073"/>
                <a:chExt cx="5297245" cy="3953510"/>
              </a:xfrm>
            </p:grpSpPr>
            <p:pic>
              <p:nvPicPr>
                <p:cNvPr id="37" name="Picture 36">
                  <a:extLst>
                    <a:ext uri="{FF2B5EF4-FFF2-40B4-BE49-F238E27FC236}">
                      <a16:creationId xmlns:a16="http://schemas.microsoft.com/office/drawing/2014/main" id="{C8C5EFC1-EACC-B8C6-0E13-611B533353E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915648" y="3146583"/>
                  <a:ext cx="1440000" cy="1440000"/>
                </a:xfrm>
                <a:prstGeom prst="rect">
                  <a:avLst/>
                </a:prstGeom>
              </p:spPr>
            </p:pic>
            <p:pic>
              <p:nvPicPr>
                <p:cNvPr id="35" name="Picture 34">
                  <a:extLst>
                    <a:ext uri="{FF2B5EF4-FFF2-40B4-BE49-F238E27FC236}">
                      <a16:creationId xmlns:a16="http://schemas.microsoft.com/office/drawing/2014/main" id="{2048AD4C-66CD-A420-B3F8-72BAC013A9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915648" y="1884130"/>
                  <a:ext cx="1440000" cy="1440000"/>
                </a:xfrm>
                <a:prstGeom prst="rect">
                  <a:avLst/>
                </a:prstGeom>
              </p:spPr>
            </p:pic>
            <p:pic>
              <p:nvPicPr>
                <p:cNvPr id="39" name="Picture 38">
                  <a:extLst>
                    <a:ext uri="{FF2B5EF4-FFF2-40B4-BE49-F238E27FC236}">
                      <a16:creationId xmlns:a16="http://schemas.microsoft.com/office/drawing/2014/main" id="{4CA111C6-E027-B8C3-340A-2C624AAF02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915648" y="633073"/>
                  <a:ext cx="1440000" cy="1440000"/>
                </a:xfrm>
                <a:prstGeom prst="rect">
                  <a:avLst/>
                </a:prstGeom>
              </p:spPr>
            </p:pic>
            <p:pic>
              <p:nvPicPr>
                <p:cNvPr id="31" name="Picture 30">
                  <a:extLst>
                    <a:ext uri="{FF2B5EF4-FFF2-40B4-BE49-F238E27FC236}">
                      <a16:creationId xmlns:a16="http://schemas.microsoft.com/office/drawing/2014/main" id="{6B3775CA-283C-1495-CCEA-69C5886591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617283" y="3146583"/>
                  <a:ext cx="1440000" cy="1440000"/>
                </a:xfrm>
                <a:prstGeom prst="rect">
                  <a:avLst/>
                </a:prstGeom>
              </p:spPr>
            </p:pic>
            <p:pic>
              <p:nvPicPr>
                <p:cNvPr id="29" name="Picture 28">
                  <a:extLst>
                    <a:ext uri="{FF2B5EF4-FFF2-40B4-BE49-F238E27FC236}">
                      <a16:creationId xmlns:a16="http://schemas.microsoft.com/office/drawing/2014/main" id="{1075B116-0861-11F0-1788-8FE71E6AEE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617283" y="1889728"/>
                  <a:ext cx="1440000" cy="1440000"/>
                </a:xfrm>
                <a:prstGeom prst="rect">
                  <a:avLst/>
                </a:prstGeom>
              </p:spPr>
            </p:pic>
            <p:pic>
              <p:nvPicPr>
                <p:cNvPr id="33" name="Picture 32">
                  <a:extLst>
                    <a:ext uri="{FF2B5EF4-FFF2-40B4-BE49-F238E27FC236}">
                      <a16:creationId xmlns:a16="http://schemas.microsoft.com/office/drawing/2014/main" id="{02976172-5FB1-6591-5975-C330D61AA5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/>
                <a:srcRect t="-1" b="2225"/>
                <a:stretch/>
              </p:blipFill>
              <p:spPr>
                <a:xfrm>
                  <a:off x="5617283" y="637472"/>
                  <a:ext cx="1440000" cy="1407966"/>
                </a:xfrm>
                <a:prstGeom prst="rect">
                  <a:avLst/>
                </a:prstGeom>
              </p:spPr>
            </p:pic>
            <p:pic>
              <p:nvPicPr>
                <p:cNvPr id="25" name="Picture 24">
                  <a:extLst>
                    <a:ext uri="{FF2B5EF4-FFF2-40B4-BE49-F238E27FC236}">
                      <a16:creationId xmlns:a16="http://schemas.microsoft.com/office/drawing/2014/main" id="{A7A3AC3A-35A3-E97F-0AA4-4EE0A5FA1A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rcRect r="2194"/>
                <a:stretch>
                  <a:fillRect/>
                </a:stretch>
              </p:blipFill>
              <p:spPr>
                <a:xfrm>
                  <a:off x="4334548" y="3146583"/>
                  <a:ext cx="1408404" cy="1440000"/>
                </a:xfrm>
                <a:prstGeom prst="rect">
                  <a:avLst/>
                </a:prstGeom>
              </p:spPr>
            </p:pic>
            <p:pic>
              <p:nvPicPr>
                <p:cNvPr id="23" name="Picture 22">
                  <a:extLst>
                    <a:ext uri="{FF2B5EF4-FFF2-40B4-BE49-F238E27FC236}">
                      <a16:creationId xmlns:a16="http://schemas.microsoft.com/office/drawing/2014/main" id="{4A1AB52D-971E-EC20-3AE3-AF69C092AA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325898" y="1895326"/>
                  <a:ext cx="1440000" cy="1440000"/>
                </a:xfrm>
                <a:prstGeom prst="rect">
                  <a:avLst/>
                </a:prstGeom>
              </p:spPr>
            </p:pic>
            <p:pic>
              <p:nvPicPr>
                <p:cNvPr id="27" name="Picture 26">
                  <a:extLst>
                    <a:ext uri="{FF2B5EF4-FFF2-40B4-BE49-F238E27FC236}">
                      <a16:creationId xmlns:a16="http://schemas.microsoft.com/office/drawing/2014/main" id="{CF8423EA-5A7D-9511-450F-AA89AB688C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325898" y="642071"/>
                  <a:ext cx="1440000" cy="1440000"/>
                </a:xfrm>
                <a:prstGeom prst="rect">
                  <a:avLst/>
                </a:prstGeom>
              </p:spPr>
            </p:pic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D8112B2F-FBA9-DFDD-C6E8-93759BEAF7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rcRect r="2022"/>
                <a:stretch>
                  <a:fillRect/>
                </a:stretch>
              </p:blipFill>
              <p:spPr>
                <a:xfrm>
                  <a:off x="3058403" y="3146583"/>
                  <a:ext cx="1410889" cy="1440000"/>
                </a:xfrm>
                <a:prstGeom prst="rect">
                  <a:avLst/>
                </a:prstGeom>
              </p:spPr>
            </p:pic>
            <p:pic>
              <p:nvPicPr>
                <p:cNvPr id="20" name="Picture 19">
                  <a:extLst>
                    <a:ext uri="{FF2B5EF4-FFF2-40B4-BE49-F238E27FC236}">
                      <a16:creationId xmlns:a16="http://schemas.microsoft.com/office/drawing/2014/main" id="{F292EF4D-DBE2-90D5-4F9A-8D2AF1339C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2"/>
                <a:srcRect l="10321" t="-1" r="2224" b="2225"/>
                <a:stretch>
                  <a:fillRect/>
                </a:stretch>
              </p:blipFill>
              <p:spPr>
                <a:xfrm>
                  <a:off x="3199203" y="644068"/>
                  <a:ext cx="1259354" cy="1407966"/>
                </a:xfrm>
                <a:prstGeom prst="rect">
                  <a:avLst/>
                </a:prstGeom>
              </p:spPr>
            </p:pic>
          </p:grpSp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A3938A23-E216-4AEE-3415-416E2832A5E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3"/>
              <a:srcRect l="8381" t="9451" r="1760"/>
              <a:stretch>
                <a:fillRect/>
              </a:stretch>
            </p:blipFill>
            <p:spPr>
              <a:xfrm>
                <a:off x="3263156" y="2028611"/>
                <a:ext cx="1293959" cy="1303908"/>
              </a:xfrm>
              <a:prstGeom prst="rect">
                <a:avLst/>
              </a:prstGeom>
            </p:spPr>
          </p:pic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6156DB6-17EE-4CE1-F52B-408D51E0E0B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/>
            <a:srcRect l="1499" t="4510" r="923" b="90104"/>
            <a:stretch/>
          </p:blipFill>
          <p:spPr>
            <a:xfrm>
              <a:off x="483533" y="522678"/>
              <a:ext cx="7920000" cy="245890"/>
            </a:xfrm>
            <a:prstGeom prst="rect">
              <a:avLst/>
            </a:prstGeom>
          </p:spPr>
        </p:pic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FB9DE550-760E-2BB9-0D8C-D024C3EFA69B}"/>
                </a:ext>
              </a:extLst>
            </p:cNvPr>
            <p:cNvGrpSpPr/>
            <p:nvPr/>
          </p:nvGrpSpPr>
          <p:grpSpPr>
            <a:xfrm>
              <a:off x="1874098" y="796871"/>
              <a:ext cx="1407262" cy="3774123"/>
              <a:chOff x="1832187" y="796871"/>
              <a:chExt cx="1407262" cy="3774123"/>
            </a:xfrm>
          </p:grpSpPr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2E75A179-92F8-20E6-9420-FE79C13DC0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rcRect r="2557"/>
              <a:stretch>
                <a:fillRect/>
              </a:stretch>
            </p:blipFill>
            <p:spPr>
              <a:xfrm>
                <a:off x="1838947" y="2043794"/>
                <a:ext cx="1386542" cy="1278000"/>
              </a:xfrm>
              <a:prstGeom prst="rect">
                <a:avLst/>
              </a:prstGeom>
            </p:spPr>
          </p:pic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EB38B821-6976-60D8-B2F8-4F570211A0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rcRect r="1576"/>
              <a:stretch>
                <a:fillRect/>
              </a:stretch>
            </p:blipFill>
            <p:spPr>
              <a:xfrm>
                <a:off x="1838947" y="3292994"/>
                <a:ext cx="1400502" cy="1278000"/>
              </a:xfrm>
              <a:prstGeom prst="rect">
                <a:avLst/>
              </a:prstGeom>
            </p:spPr>
          </p:pic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E96DFE5B-8838-E653-BDF8-39340C3F36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rcRect r="1576"/>
              <a:stretch>
                <a:fillRect/>
              </a:stretch>
            </p:blipFill>
            <p:spPr>
              <a:xfrm>
                <a:off x="1832187" y="796871"/>
                <a:ext cx="1400501" cy="1278000"/>
              </a:xfrm>
              <a:prstGeom prst="rect">
                <a:avLst/>
              </a:prstGeom>
            </p:spPr>
          </p:pic>
        </p:grp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02F7CBAE-6A66-AAF4-14BA-E5E30907D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 r="2279"/>
            <a:stretch>
              <a:fillRect/>
            </a:stretch>
          </p:blipFill>
          <p:spPr>
            <a:xfrm>
              <a:off x="618562" y="2042527"/>
              <a:ext cx="1390489" cy="1278000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43DA181D-AD2E-1647-AB57-0259A1B195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rcRect r="2009"/>
            <a:stretch>
              <a:fillRect/>
            </a:stretch>
          </p:blipFill>
          <p:spPr>
            <a:xfrm>
              <a:off x="618562" y="3300720"/>
              <a:ext cx="1394343" cy="1278000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877DEF8D-D5F8-FC37-8608-4253FC0FFA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rcRect r="2268"/>
            <a:stretch>
              <a:fillRect/>
            </a:stretch>
          </p:blipFill>
          <p:spPr>
            <a:xfrm>
              <a:off x="618320" y="777861"/>
              <a:ext cx="1390652" cy="127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62445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267276-74E8-4DC5-2F33-D7A385B31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533400"/>
            <a:ext cx="7772400" cy="3979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347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BE9A864-F041-6060-5D7B-E5BAFCBEF653}"/>
              </a:ext>
            </a:extLst>
          </p:cNvPr>
          <p:cNvGrpSpPr/>
          <p:nvPr/>
        </p:nvGrpSpPr>
        <p:grpSpPr>
          <a:xfrm>
            <a:off x="1312972" y="1140139"/>
            <a:ext cx="6518056" cy="2880000"/>
            <a:chOff x="1312972" y="1140139"/>
            <a:chExt cx="6518056" cy="28800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F7ECA8C-A64B-E163-43EA-5C06E75E64F2}"/>
                </a:ext>
              </a:extLst>
            </p:cNvPr>
            <p:cNvGrpSpPr/>
            <p:nvPr/>
          </p:nvGrpSpPr>
          <p:grpSpPr>
            <a:xfrm>
              <a:off x="1312972" y="1325712"/>
              <a:ext cx="1422000" cy="2677649"/>
              <a:chOff x="1312972" y="1325712"/>
              <a:chExt cx="1422000" cy="2677649"/>
            </a:xfrm>
          </p:grpSpPr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CEFE6193-D234-EDA4-9117-D3B5F03031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312972" y="1325712"/>
                <a:ext cx="1422000" cy="1422000"/>
              </a:xfrm>
              <a:prstGeom prst="rect">
                <a:avLst/>
              </a:prstGeom>
            </p:spPr>
          </p:pic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0661BA56-241D-024F-878A-88E5FAA054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12972" y="2581361"/>
                <a:ext cx="1422000" cy="1422000"/>
              </a:xfrm>
              <a:prstGeom prst="rect">
                <a:avLst/>
              </a:prstGeom>
            </p:spPr>
          </p:pic>
        </p:grp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28095D1-7EC4-FBC6-B0B3-7D9992CA29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11028" y="1140139"/>
              <a:ext cx="5120000" cy="28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72754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F08EE35-93A4-A84C-3E29-514F14E048C8}"/>
              </a:ext>
            </a:extLst>
          </p:cNvPr>
          <p:cNvGrpSpPr/>
          <p:nvPr/>
        </p:nvGrpSpPr>
        <p:grpSpPr>
          <a:xfrm>
            <a:off x="1303925" y="1141361"/>
            <a:ext cx="6509516" cy="2880000"/>
            <a:chOff x="1303925" y="1141361"/>
            <a:chExt cx="6509516" cy="288000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911CC04-2ADD-539C-33C8-230D43765437}"/>
                </a:ext>
              </a:extLst>
            </p:cNvPr>
            <p:cNvGrpSpPr/>
            <p:nvPr/>
          </p:nvGrpSpPr>
          <p:grpSpPr>
            <a:xfrm>
              <a:off x="1303925" y="1334374"/>
              <a:ext cx="1422000" cy="2686987"/>
              <a:chOff x="1303925" y="1334374"/>
              <a:chExt cx="1422000" cy="2686987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B2A79A8C-6CEA-7BA7-7F64-3ADBCBC329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03925" y="1334374"/>
                <a:ext cx="1422000" cy="1422000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BA7AD6CA-060B-CD70-ACDF-EE0A4C7329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03925" y="2599361"/>
                <a:ext cx="1422000" cy="1422000"/>
              </a:xfrm>
              <a:prstGeom prst="rect">
                <a:avLst/>
              </a:prstGeom>
            </p:spPr>
          </p:pic>
        </p:grp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DD54161-89B1-0A56-8BF9-2A675448B9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93441" y="1141361"/>
              <a:ext cx="5120000" cy="28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19859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8BBFAE5-B66A-7B5E-0BA6-89ABBAD9E32B}"/>
              </a:ext>
            </a:extLst>
          </p:cNvPr>
          <p:cNvGrpSpPr/>
          <p:nvPr/>
        </p:nvGrpSpPr>
        <p:grpSpPr>
          <a:xfrm>
            <a:off x="1303925" y="1141200"/>
            <a:ext cx="6516075" cy="2888550"/>
            <a:chOff x="1303925" y="1141200"/>
            <a:chExt cx="6516075" cy="288855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DF4E8CE-5E66-FACE-474B-EC2E84431282}"/>
                </a:ext>
              </a:extLst>
            </p:cNvPr>
            <p:cNvGrpSpPr/>
            <p:nvPr/>
          </p:nvGrpSpPr>
          <p:grpSpPr>
            <a:xfrm>
              <a:off x="1303925" y="1341761"/>
              <a:ext cx="1422000" cy="2687989"/>
              <a:chOff x="1303925" y="1341761"/>
              <a:chExt cx="1422000" cy="2687989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37C34D4E-617C-0815-4604-4BF08AFBE7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03925" y="1341761"/>
                <a:ext cx="1422000" cy="1422000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C08D6C05-FBC8-E362-E407-21816E0D41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03925" y="2607750"/>
                <a:ext cx="1422000" cy="1422000"/>
              </a:xfrm>
              <a:prstGeom prst="rect">
                <a:avLst/>
              </a:prstGeom>
            </p:spPr>
          </p:pic>
        </p:grp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F989324-A8C4-053D-A7CD-D886FEEC7E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700000" y="1141200"/>
              <a:ext cx="5120000" cy="28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79082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72E63E3-E73D-0222-CF99-845177CAA07A}"/>
              </a:ext>
            </a:extLst>
          </p:cNvPr>
          <p:cNvGrpSpPr/>
          <p:nvPr/>
        </p:nvGrpSpPr>
        <p:grpSpPr>
          <a:xfrm>
            <a:off x="1303925" y="1131750"/>
            <a:ext cx="6542000" cy="2880000"/>
            <a:chOff x="1303925" y="1131750"/>
            <a:chExt cx="6542000" cy="2880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C244460-5A6F-3CD1-024C-CB6BE2BEC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25925" y="1131750"/>
              <a:ext cx="5120000" cy="2880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822AF0C-8A52-8E14-4077-EF513071E9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03925" y="1308205"/>
              <a:ext cx="1422000" cy="1422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EA5B076-DDD5-B235-5010-5C5D4CFA52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03925" y="2580139"/>
              <a:ext cx="1422000" cy="142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84584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51BB4BDD-D36E-BE83-E0C8-9C00DCCE6444}"/>
              </a:ext>
            </a:extLst>
          </p:cNvPr>
          <p:cNvGrpSpPr/>
          <p:nvPr/>
        </p:nvGrpSpPr>
        <p:grpSpPr>
          <a:xfrm>
            <a:off x="1303925" y="1141361"/>
            <a:ext cx="6536150" cy="2880000"/>
            <a:chOff x="1303925" y="1141361"/>
            <a:chExt cx="6536150" cy="2880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0A7B73E-7C9E-370C-1F86-205C41C51C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20075" y="1141361"/>
              <a:ext cx="5120000" cy="28800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1478B5C-EF2A-B572-2B2A-FFBA82A2D1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03925" y="1308205"/>
              <a:ext cx="1422000" cy="14220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F588983-2F2C-8EED-B152-73B5B0324E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03925" y="2571750"/>
              <a:ext cx="1422000" cy="142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55353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86934494-22C6-E8E7-289B-2D6424014AB7}"/>
              </a:ext>
            </a:extLst>
          </p:cNvPr>
          <p:cNvGrpSpPr/>
          <p:nvPr/>
        </p:nvGrpSpPr>
        <p:grpSpPr>
          <a:xfrm>
            <a:off x="1298075" y="1113750"/>
            <a:ext cx="6547850" cy="2880000"/>
            <a:chOff x="1298075" y="1113750"/>
            <a:chExt cx="6547850" cy="2880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E75F1D7-C900-8D93-0C20-515A77672E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25925" y="1113750"/>
              <a:ext cx="5120000" cy="2880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81041EB-4493-9E3A-5190-4BC627AF3B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03925" y="1283038"/>
              <a:ext cx="1422000" cy="1422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96D2E9D-4E40-D60B-A1DC-6904936B59C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98075" y="2553750"/>
              <a:ext cx="1422000" cy="142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21071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>
            <a:extLst>
              <a:ext uri="{FF2B5EF4-FFF2-40B4-BE49-F238E27FC236}">
                <a16:creationId xmlns:a16="http://schemas.microsoft.com/office/drawing/2014/main" id="{6007FC77-1B89-2923-B19F-CA958165C613}"/>
              </a:ext>
            </a:extLst>
          </p:cNvPr>
          <p:cNvGrpSpPr/>
          <p:nvPr/>
        </p:nvGrpSpPr>
        <p:grpSpPr>
          <a:xfrm>
            <a:off x="1620779" y="0"/>
            <a:ext cx="6066097" cy="5143500"/>
            <a:chOff x="1620779" y="0"/>
            <a:chExt cx="6066097" cy="514350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EB2161FA-02D2-96FC-F865-886E620CF955}"/>
                </a:ext>
              </a:extLst>
            </p:cNvPr>
            <p:cNvGrpSpPr/>
            <p:nvPr/>
          </p:nvGrpSpPr>
          <p:grpSpPr>
            <a:xfrm>
              <a:off x="4220675" y="0"/>
              <a:ext cx="3466201" cy="5109142"/>
              <a:chOff x="4220675" y="0"/>
              <a:chExt cx="3466201" cy="5109142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7A52F2CE-EA0D-002D-C3A8-31904D62DE06}"/>
                  </a:ext>
                </a:extLst>
              </p:cNvPr>
              <p:cNvGrpSpPr/>
              <p:nvPr/>
            </p:nvGrpSpPr>
            <p:grpSpPr>
              <a:xfrm>
                <a:off x="4220675" y="0"/>
                <a:ext cx="3466201" cy="5109142"/>
                <a:chOff x="2740667" y="0"/>
                <a:chExt cx="3466201" cy="5109142"/>
              </a:xfrm>
            </p:grpSpPr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07A596EA-D84D-2738-7D35-97963625894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598923" y="4101142"/>
                  <a:ext cx="1008000" cy="1008000"/>
                </a:xfrm>
                <a:prstGeom prst="rect">
                  <a:avLst/>
                </a:prstGeom>
              </p:spPr>
            </p:pic>
            <p:pic>
              <p:nvPicPr>
                <p:cNvPr id="50" name="Picture 49">
                  <a:extLst>
                    <a:ext uri="{FF2B5EF4-FFF2-40B4-BE49-F238E27FC236}">
                      <a16:creationId xmlns:a16="http://schemas.microsoft.com/office/drawing/2014/main" id="{BA440426-3347-EF10-0AB0-D06E8C083E0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b="7048"/>
                <a:stretch/>
              </p:blipFill>
              <p:spPr>
                <a:xfrm>
                  <a:off x="3665878" y="4109307"/>
                  <a:ext cx="1008000" cy="936964"/>
                </a:xfrm>
                <a:prstGeom prst="rect">
                  <a:avLst/>
                </a:prstGeom>
              </p:spPr>
            </p:pic>
            <p:pic>
              <p:nvPicPr>
                <p:cNvPr id="54" name="Picture 53">
                  <a:extLst>
                    <a:ext uri="{FF2B5EF4-FFF2-40B4-BE49-F238E27FC236}">
                      <a16:creationId xmlns:a16="http://schemas.microsoft.com/office/drawing/2014/main" id="{25941F78-C193-7D2C-58A4-751A03AF4A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b="7627"/>
                <a:stretch/>
              </p:blipFill>
              <p:spPr>
                <a:xfrm>
                  <a:off x="2740667" y="4109723"/>
                  <a:ext cx="1008000" cy="931117"/>
                </a:xfrm>
                <a:prstGeom prst="rect">
                  <a:avLst/>
                </a:prstGeom>
              </p:spPr>
            </p:pic>
            <p:pic>
              <p:nvPicPr>
                <p:cNvPr id="46" name="Picture 45">
                  <a:extLst>
                    <a:ext uri="{FF2B5EF4-FFF2-40B4-BE49-F238E27FC236}">
                      <a16:creationId xmlns:a16="http://schemas.microsoft.com/office/drawing/2014/main" id="{FE883764-A379-B866-48FA-9258BAE335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6"/>
                <a:srcRect b="6421"/>
                <a:stretch/>
              </p:blipFill>
              <p:spPr>
                <a:xfrm>
                  <a:off x="4598923" y="3283277"/>
                  <a:ext cx="1008000" cy="943269"/>
                </a:xfrm>
                <a:prstGeom prst="rect">
                  <a:avLst/>
                </a:prstGeom>
              </p:spPr>
            </p:pic>
            <p:pic>
              <p:nvPicPr>
                <p:cNvPr id="44" name="Picture 43">
                  <a:extLst>
                    <a:ext uri="{FF2B5EF4-FFF2-40B4-BE49-F238E27FC236}">
                      <a16:creationId xmlns:a16="http://schemas.microsoft.com/office/drawing/2014/main" id="{5AAA6A57-9761-1090-1B69-EB2A599C98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/>
                <a:srcRect b="7048"/>
                <a:stretch/>
              </p:blipFill>
              <p:spPr>
                <a:xfrm>
                  <a:off x="3666243" y="3295152"/>
                  <a:ext cx="1008000" cy="936964"/>
                </a:xfrm>
                <a:prstGeom prst="rect">
                  <a:avLst/>
                </a:prstGeom>
              </p:spPr>
            </p:pic>
            <p:pic>
              <p:nvPicPr>
                <p:cNvPr id="48" name="Picture 47">
                  <a:extLst>
                    <a:ext uri="{FF2B5EF4-FFF2-40B4-BE49-F238E27FC236}">
                      <a16:creationId xmlns:a16="http://schemas.microsoft.com/office/drawing/2014/main" id="{75555E2E-8BF8-9477-DAA6-D11C1078D7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8"/>
                <a:srcRect b="6421"/>
                <a:stretch/>
              </p:blipFill>
              <p:spPr>
                <a:xfrm>
                  <a:off x="2740667" y="3291124"/>
                  <a:ext cx="1008000" cy="943269"/>
                </a:xfrm>
                <a:prstGeom prst="rect">
                  <a:avLst/>
                </a:prstGeom>
              </p:spPr>
            </p:pic>
            <p:pic>
              <p:nvPicPr>
                <p:cNvPr id="39" name="Picture 38">
                  <a:extLst>
                    <a:ext uri="{FF2B5EF4-FFF2-40B4-BE49-F238E27FC236}">
                      <a16:creationId xmlns:a16="http://schemas.microsoft.com/office/drawing/2014/main" id="{2E9952D9-B609-E32E-1410-949EAFAD59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/>
                <a:srcRect b="8679"/>
                <a:stretch/>
              </p:blipFill>
              <p:spPr>
                <a:xfrm>
                  <a:off x="4598923" y="2486256"/>
                  <a:ext cx="1008000" cy="920506"/>
                </a:xfrm>
                <a:prstGeom prst="rect">
                  <a:avLst/>
                </a:prstGeom>
              </p:spPr>
            </p:pic>
            <p:pic>
              <p:nvPicPr>
                <p:cNvPr id="37" name="Picture 36">
                  <a:extLst>
                    <a:ext uri="{FF2B5EF4-FFF2-40B4-BE49-F238E27FC236}">
                      <a16:creationId xmlns:a16="http://schemas.microsoft.com/office/drawing/2014/main" id="{E629F8D7-0BE3-E0FD-7962-585C5C3DFD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0"/>
                <a:srcRect l="7167" b="8489"/>
                <a:stretch/>
              </p:blipFill>
              <p:spPr>
                <a:xfrm>
                  <a:off x="3739665" y="2496060"/>
                  <a:ext cx="935756" cy="922433"/>
                </a:xfrm>
                <a:prstGeom prst="rect">
                  <a:avLst/>
                </a:prstGeom>
              </p:spPr>
            </p:pic>
            <p:pic>
              <p:nvPicPr>
                <p:cNvPr id="41" name="Picture 40">
                  <a:extLst>
                    <a:ext uri="{FF2B5EF4-FFF2-40B4-BE49-F238E27FC236}">
                      <a16:creationId xmlns:a16="http://schemas.microsoft.com/office/drawing/2014/main" id="{6B73E313-4E6F-7EFA-DC06-C8C5222E13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/>
                <a:srcRect b="7627"/>
                <a:stretch/>
              </p:blipFill>
              <p:spPr>
                <a:xfrm>
                  <a:off x="2753095" y="2482836"/>
                  <a:ext cx="1008000" cy="931117"/>
                </a:xfrm>
                <a:prstGeom prst="rect">
                  <a:avLst/>
                </a:prstGeom>
              </p:spPr>
            </p:pic>
            <p:pic>
              <p:nvPicPr>
                <p:cNvPr id="10" name="Picture 9">
                  <a:extLst>
                    <a:ext uri="{FF2B5EF4-FFF2-40B4-BE49-F238E27FC236}">
                      <a16:creationId xmlns:a16="http://schemas.microsoft.com/office/drawing/2014/main" id="{013354ED-5B12-9F76-0886-822B20A784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2"/>
                <a:srcRect l="84436"/>
                <a:stretch/>
              </p:blipFill>
              <p:spPr>
                <a:xfrm>
                  <a:off x="5702603" y="4029142"/>
                  <a:ext cx="504265" cy="1080000"/>
                </a:xfrm>
                <a:prstGeom prst="rect">
                  <a:avLst/>
                </a:prstGeom>
              </p:spPr>
            </p:pic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B8FA4DA6-B111-2D31-32A8-908CA56AEE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3"/>
                <a:srcRect l="84692"/>
                <a:stretch/>
              </p:blipFill>
              <p:spPr>
                <a:xfrm>
                  <a:off x="5702603" y="0"/>
                  <a:ext cx="495986" cy="1080000"/>
                </a:xfrm>
                <a:prstGeom prst="rect">
                  <a:avLst/>
                </a:prstGeom>
              </p:spPr>
            </p:pic>
            <p:pic>
              <p:nvPicPr>
                <p:cNvPr id="14" name="Picture 13">
                  <a:extLst>
                    <a:ext uri="{FF2B5EF4-FFF2-40B4-BE49-F238E27FC236}">
                      <a16:creationId xmlns:a16="http://schemas.microsoft.com/office/drawing/2014/main" id="{F571CFFD-F05C-0ACB-0ADB-3953DC949F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4"/>
                <a:srcRect l="84692"/>
                <a:stretch/>
              </p:blipFill>
              <p:spPr>
                <a:xfrm>
                  <a:off x="5702603" y="1587409"/>
                  <a:ext cx="495986" cy="1080000"/>
                </a:xfrm>
                <a:prstGeom prst="rect">
                  <a:avLst/>
                </a:prstGeom>
              </p:spPr>
            </p:pic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0D802755-E9FB-9081-04E1-927476DB554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5"/>
                <a:srcRect l="86077"/>
                <a:stretch/>
              </p:blipFill>
              <p:spPr>
                <a:xfrm>
                  <a:off x="5702603" y="2388767"/>
                  <a:ext cx="451108" cy="1080000"/>
                </a:xfrm>
                <a:prstGeom prst="rect">
                  <a:avLst/>
                </a:prstGeom>
              </p:spPr>
            </p:pic>
            <p:pic>
              <p:nvPicPr>
                <p:cNvPr id="19" name="Picture 18">
                  <a:extLst>
                    <a:ext uri="{FF2B5EF4-FFF2-40B4-BE49-F238E27FC236}">
                      <a16:creationId xmlns:a16="http://schemas.microsoft.com/office/drawing/2014/main" id="{8FD45AC3-2028-01A3-C68D-906FD7897F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6"/>
                <a:srcRect l="86077"/>
                <a:stretch/>
              </p:blipFill>
              <p:spPr>
                <a:xfrm>
                  <a:off x="5702603" y="3223765"/>
                  <a:ext cx="451108" cy="1080000"/>
                </a:xfrm>
                <a:prstGeom prst="rect">
                  <a:avLst/>
                </a:prstGeom>
              </p:spPr>
            </p:pic>
          </p:grp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2437795F-3ABD-D244-F39C-11A59D86C17E}"/>
                  </a:ext>
                </a:extLst>
              </p:cNvPr>
              <p:cNvGrpSpPr/>
              <p:nvPr/>
            </p:nvGrpSpPr>
            <p:grpSpPr>
              <a:xfrm>
                <a:off x="4249355" y="1770571"/>
                <a:ext cx="2837427" cy="856872"/>
                <a:chOff x="4249355" y="1770571"/>
                <a:chExt cx="2837427" cy="856872"/>
              </a:xfrm>
            </p:grpSpPr>
            <p:pic>
              <p:nvPicPr>
                <p:cNvPr id="24" name="Picture 23">
                  <a:extLst>
                    <a:ext uri="{FF2B5EF4-FFF2-40B4-BE49-F238E27FC236}">
                      <a16:creationId xmlns:a16="http://schemas.microsoft.com/office/drawing/2014/main" id="{8A76B752-4495-98E5-E0E2-CCBF63BC3C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7"/>
                <a:srcRect l="7860" t="12888" b="3740"/>
                <a:stretch/>
              </p:blipFill>
              <p:spPr>
                <a:xfrm>
                  <a:off x="5250400" y="1787067"/>
                  <a:ext cx="928774" cy="840376"/>
                </a:xfrm>
                <a:prstGeom prst="rect">
                  <a:avLst/>
                </a:prstGeom>
              </p:spPr>
            </p:pic>
            <p:pic>
              <p:nvPicPr>
                <p:cNvPr id="26" name="Picture 25">
                  <a:extLst>
                    <a:ext uri="{FF2B5EF4-FFF2-40B4-BE49-F238E27FC236}">
                      <a16:creationId xmlns:a16="http://schemas.microsoft.com/office/drawing/2014/main" id="{FFEFCB68-6C3D-DB0A-7F45-9D289359F7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8"/>
                <a:srcRect l="7860" t="11593" b="5900"/>
                <a:stretch/>
              </p:blipFill>
              <p:spPr>
                <a:xfrm>
                  <a:off x="6158008" y="1776281"/>
                  <a:ext cx="928774" cy="831656"/>
                </a:xfrm>
                <a:prstGeom prst="rect">
                  <a:avLst/>
                </a:prstGeom>
              </p:spPr>
            </p:pic>
            <p:pic>
              <p:nvPicPr>
                <p:cNvPr id="30" name="Picture 29">
                  <a:extLst>
                    <a:ext uri="{FF2B5EF4-FFF2-40B4-BE49-F238E27FC236}">
                      <a16:creationId xmlns:a16="http://schemas.microsoft.com/office/drawing/2014/main" id="{869E08FE-E6AA-A0A2-6014-B48EEF3BDE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9"/>
                <a:srcRect t="11659" b="5669"/>
                <a:stretch/>
              </p:blipFill>
              <p:spPr>
                <a:xfrm>
                  <a:off x="4249355" y="1770571"/>
                  <a:ext cx="1008000" cy="833337"/>
                </a:xfrm>
                <a:prstGeom prst="rect">
                  <a:avLst/>
                </a:prstGeom>
              </p:spPr>
            </p:pic>
          </p:grpSp>
        </p:grp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7174318-BC53-9B3C-36B3-DED636325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620779" y="0"/>
              <a:ext cx="2571750" cy="5143500"/>
            </a:xfrm>
            <a:prstGeom prst="rect">
              <a:avLst/>
            </a:prstGeom>
          </p:spPr>
        </p:pic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BF2C4844-3C06-B9D3-2330-0A123102C7F3}"/>
                </a:ext>
              </a:extLst>
            </p:cNvPr>
            <p:cNvGrpSpPr/>
            <p:nvPr/>
          </p:nvGrpSpPr>
          <p:grpSpPr>
            <a:xfrm>
              <a:off x="4247503" y="57600"/>
              <a:ext cx="3439373" cy="1720868"/>
              <a:chOff x="4247503" y="57600"/>
              <a:chExt cx="3439373" cy="1720868"/>
            </a:xfrm>
          </p:grpSpPr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B929AC5C-19D7-63D6-B01A-B3D5D0E6C2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rcRect l="9653" b="8326"/>
              <a:stretch>
                <a:fillRect/>
              </a:stretch>
            </p:blipFill>
            <p:spPr>
              <a:xfrm>
                <a:off x="6160203" y="60343"/>
                <a:ext cx="904703" cy="918000"/>
              </a:xfrm>
              <a:prstGeom prst="rect">
                <a:avLst/>
              </a:prstGeom>
            </p:spPr>
          </p:pic>
          <p:pic>
            <p:nvPicPr>
              <p:cNvPr id="40" name="Picture 39">
                <a:extLst>
                  <a:ext uri="{FF2B5EF4-FFF2-40B4-BE49-F238E27FC236}">
                    <a16:creationId xmlns:a16="http://schemas.microsoft.com/office/drawing/2014/main" id="{AE66EEAD-AD52-3285-91D9-446E344EF3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rcRect l="8582"/>
              <a:stretch>
                <a:fillRect/>
              </a:stretch>
            </p:blipFill>
            <p:spPr>
              <a:xfrm>
                <a:off x="5239694" y="57600"/>
                <a:ext cx="895159" cy="979200"/>
              </a:xfrm>
              <a:prstGeom prst="rect">
                <a:avLst/>
              </a:prstGeom>
            </p:spPr>
          </p:pic>
          <p:pic>
            <p:nvPicPr>
              <p:cNvPr id="47" name="Picture 46">
                <a:extLst>
                  <a:ext uri="{FF2B5EF4-FFF2-40B4-BE49-F238E27FC236}">
                    <a16:creationId xmlns:a16="http://schemas.microsoft.com/office/drawing/2014/main" id="{3BB6A3B6-2A5B-8681-D49B-3C735BEEE1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268020" y="59146"/>
                <a:ext cx="964800" cy="964800"/>
              </a:xfrm>
              <a:prstGeom prst="rect">
                <a:avLst/>
              </a:prstGeom>
            </p:spPr>
          </p:pic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1EA6565F-6B64-8124-6F87-FEFE37A113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/>
              <a:srcRect t="12158" b="7419"/>
              <a:stretch>
                <a:fillRect/>
              </a:stretch>
            </p:blipFill>
            <p:spPr>
              <a:xfrm>
                <a:off x="6066147" y="962321"/>
                <a:ext cx="1011009" cy="813082"/>
              </a:xfrm>
              <a:prstGeom prst="rect">
                <a:avLst/>
              </a:prstGeom>
            </p:spPr>
          </p:pic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2070ED8C-8AFC-D65B-3F8F-325D6A4D97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/>
              <a:srcRect t="11792" b="8106"/>
              <a:stretch>
                <a:fillRect/>
              </a:stretch>
            </p:blipFill>
            <p:spPr>
              <a:xfrm>
                <a:off x="5160627" y="950845"/>
                <a:ext cx="1018547" cy="815891"/>
              </a:xfrm>
              <a:prstGeom prst="rect">
                <a:avLst/>
              </a:prstGeom>
            </p:spPr>
          </p:pic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445B3E2A-AA31-470D-3FF8-8F7D030EF1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rcRect t="12096" b="6938"/>
              <a:stretch>
                <a:fillRect/>
              </a:stretch>
            </p:blipFill>
            <p:spPr>
              <a:xfrm>
                <a:off x="4247503" y="964124"/>
                <a:ext cx="1005788" cy="814344"/>
              </a:xfrm>
              <a:prstGeom prst="rect">
                <a:avLst/>
              </a:prstGeom>
            </p:spPr>
          </p:pic>
          <p:pic>
            <p:nvPicPr>
              <p:cNvPr id="51" name="Picture 50">
                <a:extLst>
                  <a:ext uri="{FF2B5EF4-FFF2-40B4-BE49-F238E27FC236}">
                    <a16:creationId xmlns:a16="http://schemas.microsoft.com/office/drawing/2014/main" id="{C5F6BE57-ABD9-AA9A-F5E7-DED47AC875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rcRect l="85049" t="39491" b="40298"/>
              <a:stretch>
                <a:fillRect/>
              </a:stretch>
            </p:blipFill>
            <p:spPr>
              <a:xfrm>
                <a:off x="7182876" y="1097597"/>
                <a:ext cx="504000" cy="38324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569186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29916</TotalTime>
  <Words>0</Words>
  <Application>Microsoft Macintosh PowerPoint</Application>
  <PresentationFormat>On-screen Show (16:9)</PresentationFormat>
  <Paragraphs>0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Ding  Cui</cp:lastModifiedBy>
  <cp:revision>614</cp:revision>
  <dcterms:modified xsi:type="dcterms:W3CDTF">2026-08-02T18:27:59Z</dcterms:modified>
</cp:coreProperties>
</file>